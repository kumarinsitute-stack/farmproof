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Solution: Bridging the 72-Hour Evidence Gap in PMFBY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agricultural insurance from slow village averages to verified farm-level proof within statutory timelines.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2120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 (WEEKS 0–1)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marginal farmers face prolonged delays and unfair payouts after weather damage because loss assessment relies on slow, sample-based manual surveys.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~86% of Indian Farmers: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Smallholders unable to afford prolonged dispute cycles or waiting periods.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72-Hour Mandatory SLA: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PMFBY Clause 14.2 requires reporting within 72 hrs; manual surveyors take weeks.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Village Average Fallacy: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 Panchayat yield averages mask localized inundation or hailstorms on individual plots.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Informal Debt Trap: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insurance disbursements force farmers into high-interest informal loans.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2120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SOLUTION: FARMPROOF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event-triggered, guided digital evidence kit empowering farmers to capture verifiable farm-level loss data within 72 hours, corroborated with live weather APIs.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Geotagged 5-Photo Camera Kit: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viewfinder locks GPS, compass azimuth, and server time. Blocks gallery uploads.
</a:t>
            </a:r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Open-Meteo Weather Corroboration: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cross-validation against precipitation (mm) and windspeed records.
</a:t>
            </a:r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Damage Scoring &amp; Severity Bands: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Categorizes loss into Severe (&gt;70%), Moderate (30–70%), and Low (&lt;30%).
</a:t>
            </a:r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Direct Benefit Transfer (DBT) Triage: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insurance officers to authorize immediate ₹42,500 DBT payouts.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Overview: Functional High-Fidelity MVP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 during Week 2 to convert the solution concept into a tested, demonstrable reality.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INTIMATION 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mobile PWA running on any browser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camera viewfinder via getUserMedia API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Cadastral survey plot selection (Sy. No. 142/B)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statutory photo perspectives with HUD reticle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anti-spoofing: gallery uploads blocked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daylight agricultural fallbacks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WEATHER ENGINE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multi-source corroboration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Open-Meteo API live historical weather integration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Corroborates rainfall (mm) and windspeed (km/h)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Vision damage band scoring with confidence %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Rules engine: Verified (DBT), Review, Visit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receipt generation (e.g. Claim FP-2041)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PMFBY OFFICER DASHBOARD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7532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review &amp; DBT authorization portal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265176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Ranked claim queue ordered by 72-hr SLA urgency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 cadastral plot map &amp; inspection overlay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photo inspection with lightbox zoom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DBT Direct Bank Payout authorization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 surveyor appointment &amp; rejection audit log
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6-Step End-to-End User &amp; 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disaster event to direct bank transfer under PMFBY Clause 14.2 localized calamity provisions.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Event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Inundation or hailstorm damages standing crop.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Loss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72h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pins cadastral plot on Leaflet map.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Kit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484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Visit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guided live photos taken via viewfinder HUD.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rainfall check + AI loss scoring.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6384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0100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Triage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0100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1–24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 ranked by SLA urgency.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46920" y="1600200"/>
            <a:ext cx="1691640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1737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Payout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84080" y="23774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84080" y="2633472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compensation credited to Aadhaar bank.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023360"/>
            <a:ext cx="10698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STACK IMPLEMENTED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553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Tailwind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5840" y="5257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PWA responsive on mobile, tablet &amp; desktop with offline cache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11880" y="4553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ENGINE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1188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+ Cadastre OSM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11880" y="5257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GPS geolocation, plot polygon &amp; survey parcel boundary rendering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4553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ENGINE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REST API Server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5257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historical rain (mm) and windspeed (km/h) cross-check proxy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23960" y="4553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CORE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82396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Damage Rubric &amp; SLA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823960" y="5257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bands (Severe, Moderate, Low) &amp; automated DBT triage ranking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4 Fully Implemented Interface Views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UI adhering to Ministry of Agriculture web portal standards and farmer usability guidelines.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560320" cy="4709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PMFBY Scheme Profile Hub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Government Tricolor banner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72-Hour Mandate SLA alert notification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Kharif (2%) &amp; Rabi (1.5%) premium rules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Aadhaar / Policy instant lookup tool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560320" cy="4709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084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Peril &amp; Cadastral Mapping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Inundation, Cyclone, Hailstorm selector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Leaflet cadastral plot bounds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GPS locked coordinates &amp; survey number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Tri-lingual English/Hindi/Telugu toggle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560320" cy="4709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084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Geotagged Camera HUD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camera viewfinder via getUserMedia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Rule-of-thirds grid reticle with azimuth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5-photo statutory perspective checklist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Locked GPS coordinates &amp; server time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600200"/>
            <a:ext cx="2560320" cy="4709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6840" y="2084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Review &amp; DBT Portal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06840" y="274320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 triage queue sorted by SLA urgency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damage severity estimation (76% Loss)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Open-Meteo rainfall match (84.5mm)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DBT payout authorization (₹42,500)
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 Action: Video Demonstration &amp; User Journey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test journey simulating farmer Ramesh Reddy intimating a 1.2 ha inundated paddy plot in Warangal.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VIDEO LINK (PASTE YOUR VIDEO LINK HERE):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VIDEO LINK: YouTube / Google Drive / Loom / Unstop Attachment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698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 – 00:30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Profile &amp; Language Switch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67004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opens portal, switches interface to Telugu (తెలుగు), reviews the 72-hour statutory notification, and enters policy number PMFBY-2024-KHARIF-88319.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10698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930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00:30 – 01:15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493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Pinning &amp; Peril Selection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41985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Inundation peril for standing Paddy crop. Leaflet map locks GPS coordinates (17.9689°N, 79.5941°E) at Survey No. 142/B, Venkateshwarlupally.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059936"/>
            <a:ext cx="10698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01:15 – 02:00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2428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5-Photo Guided Camera Capture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16966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follows live camera HUD reticle to photograph wide plot, root waterlogging, canopy loss, cadastral boundary, and identity confirmation.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809744"/>
            <a:ext cx="10698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926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 – 02:45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9926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Weather &amp; AI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91947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queries Open-Meteo API returning 84.5mm precipitation match. AI Vision rubric estimates 76% severe loss, creating Claim FP-2041.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5559552"/>
            <a:ext cx="1069848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7424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02:45 – 03:30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5742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Review &amp; DBT Disbursement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566928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Officer reviews evidence pack in prioritized queue, verifies weather consistency, and executes One-Click DBT payout of ₹42,500.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Access: Live Application, Links &amp; Codebase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evaluator access with zero setup required, accessible across mobile, tablet, and desktop.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CLOUD APPLICATION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public web deployment accessible on any device.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access to Scheme Profile, Camera HUD &amp; Officer Queue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Leaflet cadastral map and live weather proxy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Pre-loaded with Warangal Kharif demonstration claims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Tested on Chrome, Safari, Firefox, and Android WebViews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534924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440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https://ais-pre-wdmygpqbt4yh3qyjrdkspi-740344801215.asia-northeast1.run.app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&amp; SOURCE 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2148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source code bundle with README.md &amp; build scripts.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modular TypeScript, React 19, and Tailwind CSS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server with Open-Meteo weather corroboration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download available in the top portal navigation bar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Pre-configured with ESLint, TypeScript, and build targets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534924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440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https://ais-pre-wdmygpqbt4yh3qyjrdkspi-740344801215.asia-northeast1.run.app/farmproof-source.zip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1-LINE TERMINAL CLONE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75320" y="2148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terminal command to unpack all 23 files automatically.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269748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in terminal to extract all repository files in 1 second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directory creation and file generation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 all mock claims, daylight photos &amp; components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"npm install &amp;&amp; npm run dev" to launch locally
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534924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5440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-sSL https://.../setup.sh | bash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During IMPACT TANK: 7-Day Sprint Milestones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Prototyped and built from scratch during the competition period following the suggested timeline.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&amp; Plan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0" y="17373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PMFBY Clause 14.2 operational rules, 72-hr SLA timers, and designed 5-photo statutory evidence rubric.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2–3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Capture Build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2651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mobile camera HUD using getUserMedia, reticle overlay, GPS coordinate locking, and Leaflet cadastral map.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4–5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Weather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35661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Open-Meteo weather corroboration API proxy, AI damage severity band logic, and triage ranking engine.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Localize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44805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trilingual i18n system (English, Hindi, Telugu), official PMFBY Scheme Profile, and policy lookup.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25780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486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Package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20640" y="53949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testing with 5 simulated claims, full GitHub repository packaging, and Prototype Deck assembly.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TANK '26  |  PROTOTYPE DECK  |  FarmProof  |  Team Nexus.DTU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320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Next Steps: Post-Sprint Scaling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appraisal of prototype scope boundaries and the path to field deployment.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2120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PROTOTYPE 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Kilometre-Scale Weather Grids: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provides ~1-2 km grid resolution; hyper-local micro-burst hailstorms under 500m may show partial correlation, requiring officer review.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Offline Store-and-Forward: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caching stores photos offline, but syncing requires network restoration within the 72-hour statutory window.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Institutional API Sandboxing: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payments trigger simulated PFMS transfers rather than live Reserve Bank of India banking APIs due to regulatory sandboxing.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SCALING ROADMAP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Sentinel-2 Satellite Multi-Spectral Layer: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10m NDVI vegetation drop index pre- and post-damage to reinforce ground photo evidence.
</a:t>
            </a:r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CSC &amp; Village Verifier Network: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Common Service Centres (CSCs) and Village Assistants to assist farmers lacking smartphones.
</a:t>
            </a:r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National Crop Insurance Portal (NCIP) Integration: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bi-directional sync with Ministry of Agriculture databases and Aadhaar Payment Bridge (APBS) for automated settlement.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IMPACT TANK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FarmProof - Round 3 Prototype Deck</dc:title>
  <dc:subject>PptxGenJS Presentation</dc:subject>
  <dc:creator>Team Nexus.DTU</dc:creator>
  <cp:lastModifiedBy>Team Nexus.DTU</cp:lastModifiedBy>
  <cp:revision>1</cp:revision>
  <dcterms:created xsi:type="dcterms:W3CDTF">2026-10-21T14:10:27Z</dcterms:created>
  <dcterms:modified xsi:type="dcterms:W3CDTF">2026-10-21T14:10:27Z</dcterms:modified>
</cp:coreProperties>
</file>